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3657600"/>
            <a:ext cx="2743200" cy="27432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64008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INMOBILIARIO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inteligente de propiedades, contratos y finanzas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Fabian Silvero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4805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65960" y="448056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44805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448056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44805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448056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44805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Bootstrap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3200400"/>
            <a:ext cx="4114800" cy="41148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el Sistema Inmobiliario?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4572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aplicación web completa diseñada para administrar de forma eficiente todo lo relacionado con la gestión inmobiliaria: propiedades, inquilinos, contratos, facturas, pagos y mucho más.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560320"/>
            <a:ext cx="2606040" cy="219456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Propiedades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8404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completo de inmuebles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2560320"/>
            <a:ext cx="2606040" cy="219456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46120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6120" y="38404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y validaciones automáticas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2560320"/>
            <a:ext cx="2606040" cy="219456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80760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38404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financiero en tiempo real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15400" y="2560320"/>
            <a:ext cx="2606040" cy="219456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915400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15400" y="38404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de ingresos y gastos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problema que resuelve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41148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5120640" cy="3291840"/>
          </a:xfrm>
          <a:prstGeom prst="roundRect">
            <a:avLst>
              <a:gd name="adj" fmla="val 4167"/>
            </a:avLst>
          </a:prstGeom>
          <a:solidFill>
            <a:srgbClr val="1A0A0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  Registros dispersos en planillas y papeles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29514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Dificultad para rastrear pagos y deudas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8072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 Contratos vencidos sin alertas automáticas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3192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💸  Sin visibilidad de ingresos vs. gastos reales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83133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📞  Comunicación desorganizada con inquilinos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5120640" cy="3291840"/>
          </a:xfrm>
          <a:prstGeom prst="roundRect">
            <a:avLst>
              <a:gd name="adj" fmla="val 4167"/>
            </a:avLst>
          </a:prstGeom>
          <a:solidFill>
            <a:srgbClr val="0A1A0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280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Ahora 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Base de datos centralizada y estructurada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29514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Estado de pagos en tiempo real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8072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Sistema de notificaciones automáticas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3192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Dashboard con reportes financieros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83133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Gestión completa desde un solo lugar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Tecnológico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80160"/>
            <a:ext cx="356616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80160"/>
            <a:ext cx="3566160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63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Entorno de ejecución JavaScript del lado del servidor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1280160"/>
            <a:ext cx="356616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280160"/>
            <a:ext cx="3566160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463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Express.js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43400" y="20574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web minimalista y flexible para Node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280160"/>
            <a:ext cx="356616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280160"/>
            <a:ext cx="356616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463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83880" y="20574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datos relacional robusta y confiable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356616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91840"/>
            <a:ext cx="3566160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4747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Bootstrap 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" y="4069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CSS para UI responsive y moderna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3291840"/>
            <a:ext cx="356616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0" y="3291840"/>
            <a:ext cx="356616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34747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343400" y="4069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 de plantillas para renderizado en el servidor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3291840"/>
            <a:ext cx="356616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3291840"/>
            <a:ext cx="3566160" cy="10972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0" y="34747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dotenv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183880" y="4069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segura de variables de entorno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0"/>
            <a:ext cx="3657600" cy="36576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del Sistema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41148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38328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533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Navegador Web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Bootstrap 5 + EJS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/ CSS / JS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2468880"/>
            <a:ext cx="6858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3767328" y="21945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069080" y="128016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9080" y="1280160"/>
            <a:ext cx="3383280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4069080" y="13533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908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+ Express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51960" y="24688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 → Controllers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Middlewares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52360" y="2468880"/>
            <a:ext cx="685800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7379208" y="21945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6F1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680960" y="128016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1280160"/>
            <a:ext cx="3383280" cy="5029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13533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63840" y="24688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Tablas relacionales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Consultas SQL seguras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1060704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976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Patrón MVC  —  Models / Views / Controllers  |  Separación clara de responsabilidades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114800"/>
            <a:ext cx="3200400" cy="32004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Módulos del Sistema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80160"/>
            <a:ext cx="2651760" cy="1234440"/>
          </a:xfrm>
          <a:prstGeom prst="roundRect">
            <a:avLst>
              <a:gd name="adj" fmla="val 10370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🏘️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9385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Propiedades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651760" cy="1234440"/>
          </a:xfrm>
          <a:prstGeom prst="roundRect">
            <a:avLst>
              <a:gd name="adj" fmla="val 10370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371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0" y="19385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280160"/>
            <a:ext cx="2651760" cy="1234440"/>
          </a:xfrm>
          <a:prstGeom prst="roundRect">
            <a:avLst>
              <a:gd name="adj" fmla="val 10370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371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80760" y="19385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Inquilinos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0" y="1280160"/>
            <a:ext cx="2651760" cy="1234440"/>
          </a:xfrm>
          <a:prstGeom prst="roundRect">
            <a:avLst>
              <a:gd name="adj" fmla="val 10370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1371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961120" y="19385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743200"/>
            <a:ext cx="2651760" cy="1234440"/>
          </a:xfrm>
          <a:prstGeom prst="roundRect">
            <a:avLst>
              <a:gd name="adj" fmla="val 1037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834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20040" y="34015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Facturas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2743200"/>
            <a:ext cx="2651760" cy="1234440"/>
          </a:xfrm>
          <a:prstGeom prst="roundRect">
            <a:avLst>
              <a:gd name="adj" fmla="val 10370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834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200400" y="34015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2743200"/>
            <a:ext cx="2651760" cy="1234440"/>
          </a:xfrm>
          <a:prstGeom prst="roundRect">
            <a:avLst>
              <a:gd name="adj" fmla="val 10370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834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80760" y="34015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Gastos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61120" y="2743200"/>
            <a:ext cx="2651760" cy="1234440"/>
          </a:xfrm>
          <a:prstGeom prst="roundRect">
            <a:avLst>
              <a:gd name="adj" fmla="val 10370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0" y="2834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961120" y="34015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Consumos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206240"/>
            <a:ext cx="2651760" cy="1234440"/>
          </a:xfrm>
          <a:prstGeom prst="roundRect">
            <a:avLst>
              <a:gd name="adj" fmla="val 1037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297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20040" y="48646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Notificaciones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0" y="4206240"/>
            <a:ext cx="2651760" cy="1234440"/>
          </a:xfrm>
          <a:prstGeom prst="roundRect">
            <a:avLst>
              <a:gd name="adj" fmla="val 10370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4297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200400" y="48646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080760" y="4206240"/>
            <a:ext cx="2651760" cy="1234440"/>
          </a:xfrm>
          <a:prstGeom prst="roundRect">
            <a:avLst>
              <a:gd name="adj" fmla="val 10370"/>
            </a:avLst>
          </a:prstGeom>
          <a:solidFill>
            <a:srgbClr val="1E293B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4297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080760" y="48646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Responsables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961120" y="4206240"/>
            <a:ext cx="2651760" cy="1234440"/>
          </a:xfrm>
          <a:prstGeom prst="roundRect">
            <a:avLst>
              <a:gd name="adj" fmla="val 10370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0" y="4297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8961120" y="48646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Principal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corazón del sistema — toda la información importante en una sola pantalla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2651760" cy="14630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🏘️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2514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Propiedades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737360"/>
            <a:ext cx="2651760" cy="14630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00400" y="2514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Unidades Ocupadas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737360"/>
            <a:ext cx="2651760" cy="14630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80760" y="2514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Ingresos del Mes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61120" y="1737360"/>
            <a:ext cx="2651760" cy="14630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961120" y="2514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Gastos del Mes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383280"/>
            <a:ext cx="10881360" cy="1645920"/>
          </a:xfrm>
          <a:prstGeom prst="roundRect">
            <a:avLst>
              <a:gd name="adj" fmla="val 7778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2044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Unidades disponibles vs ocupadas en tiempo real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0" y="352044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Últimos pagos registrados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26680" y="352044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Contratos próximos a vencer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1148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Notificaciones pendientes del sistema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14800" y="41148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Acceso rápido a todos los módulos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Contratos &amp; Pagos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5257800" cy="3657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Contratos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Crear contratos con fechas de inicio y fin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43230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Validación de disponibilidad de unidades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9443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Estados: Activo / Vencido / Cancelado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4564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Asociación automática con inquilinos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96849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Historial completo por propiedad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1188720"/>
            <a:ext cx="5257800" cy="3657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28016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Pagos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12648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Registro de pagos con método y fecha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43230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Múltiples métodos: efectivo, transferencia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9443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Estados: Pagado / Pendiente / Vencido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34564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Validación para evitar doble pago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396849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Historial de pagos por inquilino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411480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Reportes &amp; Análisis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Información clave para tomar mejores decisiones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548640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Ingresos por Mes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304288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Seguimiento de todos los cobros realizados agrupados mensualmente. Identifica los meses más rentables.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548640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783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📉  Gastos por Mes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2304288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de los gastos de mantenimiento y operativos. Detecta tendencias de gasto inusuales.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548640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490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Contratos Activos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270248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Vista general de todos los contratos vigentes, con fechas de vencimiento y estados actualizados.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3611880"/>
            <a:ext cx="548640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7490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 Inquilinos con Deuda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4270248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de inquilinos con pagos pendientes o vencidos para una gestión de cobranza eficiente.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-91440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del Sistema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6576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34440"/>
            <a:ext cx="361188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Prepared Statements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18745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Todas las consultas a la base de datos utilizan sentencias preparadas, eliminando el riesgo de inyección SQL.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60520" y="1234440"/>
            <a:ext cx="361188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✔️ Validación de Datos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25112" y="18745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 rigurosa en el backend antes de procesar cualquier operación. Nunca se confía en el cliente.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01000" y="1234440"/>
            <a:ext cx="361188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5592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Variables de Entorno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65592" y="18745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Credenciales de base de datos y configuraciones sensibles protegidas mediante archivos .env seguros.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200400"/>
            <a:ext cx="361188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Manejo de Errores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3840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centralizado de manejo de errores que evita exponer información sensible al usuario final.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60520" y="3200400"/>
            <a:ext cx="361188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25112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🔁 Method Override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25112" y="3840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Soporte correcto para métodos HTTP (PUT/DELETE) asegurando operaciones REST estándar y seguras.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01000" y="3200400"/>
            <a:ext cx="361188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65592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📡 Arquitectura Limpia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65592" y="3840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Separación MVC que facilita auditorías de seguridad, mantenimiento y control de acceso futuro.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2743200"/>
            <a:ext cx="3200400" cy="32004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de Trabajo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371600"/>
            <a:ext cx="1097280" cy="10972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🏘️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Propiedad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600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624328" y="1371600"/>
            <a:ext cx="1097280" cy="10972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258568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58568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Unidades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58768" y="1600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562856" y="1371600"/>
            <a:ext cx="1097280" cy="10972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62856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197096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197096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 de alta Inquilino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97296" y="1600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501384" y="1371600"/>
            <a:ext cx="1097280" cy="10972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1384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135624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35624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Contrato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35824" y="1600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439912" y="1371600"/>
            <a:ext cx="1097280" cy="10972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9912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074152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074152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Generar Factura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74352" y="1600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10378440" y="1371600"/>
            <a:ext cx="1097280" cy="10972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7844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001268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001268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Pago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977640"/>
            <a:ext cx="10789920" cy="1005840"/>
          </a:xfrm>
          <a:prstGeom prst="roundRect">
            <a:avLst>
              <a:gd name="adj" fmla="val 12727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977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paso está interconectado en la base de datos. Al registrar un pago, el sistema actualiza automáticamente el estado de la factura y el contrato asociado.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Pasos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280160"/>
            <a:ext cx="361188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417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 Autenticación y Roles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19202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de login con roles de usuario (admin, operador, visualizador)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61188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5112" y="1417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 App Móvil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25112" y="19202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Versión mobile para gestión desde cualquier lugar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1280160"/>
            <a:ext cx="361188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1417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 Notificaciones por Email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65592" y="19202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Alertas automáticas de vencimientos de contratos y pagos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246120"/>
            <a:ext cx="361188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383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Gráficos Avanzados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" y="38862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Visualizaciones con Chart.js para análisis financiero detallado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0520" y="3246120"/>
            <a:ext cx="361188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25112" y="3383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 Deploy en la Nube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25112" y="38862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Publicación en AWS / Railway / Vercel para acceso remoto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01000" y="3246120"/>
            <a:ext cx="361188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65592" y="3383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IA Integrada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65592" y="38862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Predicción de morosidad y sugerencia de precios por zona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1828800"/>
            <a:ext cx="5486400" cy="548640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657600"/>
            <a:ext cx="3200400" cy="32004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¡Gracias!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3200400" y="2468880"/>
            <a:ext cx="50292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51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Inmobiliario — Gestión moderna y eficiente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Fabian Silvero  •  2026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63040" y="420624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4206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420624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4206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420624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4206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420624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4206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Bootstrap 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0" y="420624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4206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06840" y="420624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840" y="4206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Inmobiliario - Fabian Silvero</dc:title>
  <dc:subject>PptxGenJS Presentation</dc:subject>
  <dc:creator>PptxGenJS</dc:creator>
  <cp:lastModifiedBy>PptxGenJS</cp:lastModifiedBy>
  <cp:revision>1</cp:revision>
  <dcterms:created xsi:type="dcterms:W3CDTF">2026-06-21T23:50:00Z</dcterms:created>
  <dcterms:modified xsi:type="dcterms:W3CDTF">2026-06-21T23:50:00Z</dcterms:modified>
</cp:coreProperties>
</file>